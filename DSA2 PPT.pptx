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E7D0"/>
    <a:srgbClr val="5DF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681963-42C4-45DE-A73C-791DB69B5AB6}" v="7" dt="2026-05-30T09:27:40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m Bhaarathi" userId="8649ae6a4793577f" providerId="LiveId" clId="{7156134A-0D9C-41EC-A872-A12EA5293CCC}"/>
    <pc:docChg chg="custSel addSld delSld modSld sldOrd">
      <pc:chgData name="Yasam Bhaarathi" userId="8649ae6a4793577f" providerId="LiveId" clId="{7156134A-0D9C-41EC-A872-A12EA5293CCC}" dt="2026-05-30T09:29:58.641" v="301" actId="14100"/>
      <pc:docMkLst>
        <pc:docMk/>
      </pc:docMkLst>
      <pc:sldChg chg="addSp delSp modSp del mod">
        <pc:chgData name="Yasam Bhaarathi" userId="8649ae6a4793577f" providerId="LiveId" clId="{7156134A-0D9C-41EC-A872-A12EA5293CCC}" dt="2026-05-30T09:10:47.393" v="109" actId="47"/>
        <pc:sldMkLst>
          <pc:docMk/>
          <pc:sldMk cId="1322137012" sldId="256"/>
        </pc:sldMkLst>
        <pc:spChg chg="del">
          <ac:chgData name="Yasam Bhaarathi" userId="8649ae6a4793577f" providerId="LiveId" clId="{7156134A-0D9C-41EC-A872-A12EA5293CCC}" dt="2026-05-30T08:41:50.757" v="0" actId="478"/>
          <ac:spMkLst>
            <pc:docMk/>
            <pc:sldMk cId="1322137012" sldId="256"/>
            <ac:spMk id="2" creationId="{285AA7F8-CABB-549A-961D-B19C82FF79B3}"/>
          </ac:spMkLst>
        </pc:spChg>
        <pc:spChg chg="del">
          <ac:chgData name="Yasam Bhaarathi" userId="8649ae6a4793577f" providerId="LiveId" clId="{7156134A-0D9C-41EC-A872-A12EA5293CCC}" dt="2026-05-30T08:41:50.757" v="0" actId="478"/>
          <ac:spMkLst>
            <pc:docMk/>
            <pc:sldMk cId="1322137012" sldId="256"/>
            <ac:spMk id="3" creationId="{B2D61FB9-42AD-E160-5188-0317383BE697}"/>
          </ac:spMkLst>
        </pc:spChg>
        <pc:picChg chg="add del mod">
          <ac:chgData name="Yasam Bhaarathi" userId="8649ae6a4793577f" providerId="LiveId" clId="{7156134A-0D9C-41EC-A872-A12EA5293CCC}" dt="2026-05-30T08:46:41.670" v="6" actId="21"/>
          <ac:picMkLst>
            <pc:docMk/>
            <pc:sldMk cId="1322137012" sldId="256"/>
            <ac:picMk id="5" creationId="{C8D06B3C-5A4B-A233-433C-3B00AA7BD82E}"/>
          </ac:picMkLst>
        </pc:picChg>
        <pc:picChg chg="add del mod">
          <ac:chgData name="Yasam Bhaarathi" userId="8649ae6a4793577f" providerId="LiveId" clId="{7156134A-0D9C-41EC-A872-A12EA5293CCC}" dt="2026-05-30T08:46:43.433" v="8" actId="21"/>
          <ac:picMkLst>
            <pc:docMk/>
            <pc:sldMk cId="1322137012" sldId="256"/>
            <ac:picMk id="6" creationId="{C8D06B3C-5A4B-A233-433C-3B00AA7BD82E}"/>
          </ac:picMkLst>
        </pc:picChg>
        <pc:picChg chg="add mod">
          <ac:chgData name="Yasam Bhaarathi" userId="8649ae6a4793577f" providerId="LiveId" clId="{7156134A-0D9C-41EC-A872-A12EA5293CCC}" dt="2026-05-30T08:47:10.392" v="14" actId="14100"/>
          <ac:picMkLst>
            <pc:docMk/>
            <pc:sldMk cId="1322137012" sldId="256"/>
            <ac:picMk id="8" creationId="{EDA57509-D8CA-4CF2-9AFD-A3C2173E56C4}"/>
          </ac:picMkLst>
        </pc:picChg>
      </pc:sldChg>
      <pc:sldChg chg="addSp delSp modSp new mod">
        <pc:chgData name="Yasam Bhaarathi" userId="8649ae6a4793577f" providerId="LiveId" clId="{7156134A-0D9C-41EC-A872-A12EA5293CCC}" dt="2026-05-30T09:29:48.620" v="299" actId="14100"/>
        <pc:sldMkLst>
          <pc:docMk/>
          <pc:sldMk cId="2676730980" sldId="256"/>
        </pc:sldMkLst>
        <pc:spChg chg="del">
          <ac:chgData name="Yasam Bhaarathi" userId="8649ae6a4793577f" providerId="LiveId" clId="{7156134A-0D9C-41EC-A872-A12EA5293CCC}" dt="2026-05-30T09:10:53.190" v="111" actId="478"/>
          <ac:spMkLst>
            <pc:docMk/>
            <pc:sldMk cId="2676730980" sldId="256"/>
            <ac:spMk id="2" creationId="{2AFD0C40-B23B-C957-2F0A-7FCDA4C66BCA}"/>
          </ac:spMkLst>
        </pc:spChg>
        <pc:spChg chg="del">
          <ac:chgData name="Yasam Bhaarathi" userId="8649ae6a4793577f" providerId="LiveId" clId="{7156134A-0D9C-41EC-A872-A12EA5293CCC}" dt="2026-05-30T09:10:53.190" v="111" actId="478"/>
          <ac:spMkLst>
            <pc:docMk/>
            <pc:sldMk cId="2676730980" sldId="256"/>
            <ac:spMk id="3" creationId="{0040EC5F-DB63-F833-3D3C-9EA118E82659}"/>
          </ac:spMkLst>
        </pc:spChg>
        <pc:picChg chg="add mod">
          <ac:chgData name="Yasam Bhaarathi" userId="8649ae6a4793577f" providerId="LiveId" clId="{7156134A-0D9C-41EC-A872-A12EA5293CCC}" dt="2026-05-30T09:29:48.620" v="299" actId="14100"/>
          <ac:picMkLst>
            <pc:docMk/>
            <pc:sldMk cId="2676730980" sldId="256"/>
            <ac:picMk id="5" creationId="{81384AB3-1CFA-12E9-9296-154BB1DFF43D}"/>
          </ac:picMkLst>
        </pc:picChg>
      </pc:sldChg>
      <pc:sldChg chg="addSp modSp new del mod">
        <pc:chgData name="Yasam Bhaarathi" userId="8649ae6a4793577f" providerId="LiveId" clId="{7156134A-0D9C-41EC-A872-A12EA5293CCC}" dt="2026-05-30T09:10:45.220" v="99" actId="47"/>
        <pc:sldMkLst>
          <pc:docMk/>
          <pc:sldMk cId="2546202012" sldId="257"/>
        </pc:sldMkLst>
        <pc:picChg chg="add mod">
          <ac:chgData name="Yasam Bhaarathi" userId="8649ae6a4793577f" providerId="LiveId" clId="{7156134A-0D9C-41EC-A872-A12EA5293CCC}" dt="2026-05-30T08:56:05.311" v="21" actId="14100"/>
          <ac:picMkLst>
            <pc:docMk/>
            <pc:sldMk cId="2546202012" sldId="257"/>
            <ac:picMk id="3" creationId="{D0070BDF-94DA-8267-3EB2-47B5015A6FFB}"/>
          </ac:picMkLst>
        </pc:picChg>
      </pc:sldChg>
      <pc:sldChg chg="addSp delSp modSp new mod">
        <pc:chgData name="Yasam Bhaarathi" userId="8649ae6a4793577f" providerId="LiveId" clId="{7156134A-0D9C-41EC-A872-A12EA5293CCC}" dt="2026-05-30T09:29:58.641" v="301" actId="14100"/>
        <pc:sldMkLst>
          <pc:docMk/>
          <pc:sldMk cId="4275053210" sldId="257"/>
        </pc:sldMkLst>
        <pc:spChg chg="del">
          <ac:chgData name="Yasam Bhaarathi" userId="8649ae6a4793577f" providerId="LiveId" clId="{7156134A-0D9C-41EC-A872-A12EA5293CCC}" dt="2026-05-30T09:12:34.689" v="119" actId="478"/>
          <ac:spMkLst>
            <pc:docMk/>
            <pc:sldMk cId="4275053210" sldId="257"/>
            <ac:spMk id="2" creationId="{0611F1A2-5EB5-AFF2-80F7-E37E94C419F3}"/>
          </ac:spMkLst>
        </pc:spChg>
        <pc:spChg chg="del">
          <ac:chgData name="Yasam Bhaarathi" userId="8649ae6a4793577f" providerId="LiveId" clId="{7156134A-0D9C-41EC-A872-A12EA5293CCC}" dt="2026-05-30T09:12:34.689" v="119" actId="478"/>
          <ac:spMkLst>
            <pc:docMk/>
            <pc:sldMk cId="4275053210" sldId="257"/>
            <ac:spMk id="3" creationId="{2973A176-DF73-C6F0-8DA5-243A8DD976FA}"/>
          </ac:spMkLst>
        </pc:spChg>
        <pc:picChg chg="add mod">
          <ac:chgData name="Yasam Bhaarathi" userId="8649ae6a4793577f" providerId="LiveId" clId="{7156134A-0D9C-41EC-A872-A12EA5293CCC}" dt="2026-05-30T09:29:58.641" v="301" actId="14100"/>
          <ac:picMkLst>
            <pc:docMk/>
            <pc:sldMk cId="4275053210" sldId="257"/>
            <ac:picMk id="5" creationId="{E7349208-5873-F55A-112C-9FC1646B56B8}"/>
          </ac:picMkLst>
        </pc:picChg>
      </pc:sldChg>
      <pc:sldChg chg="addSp modSp new del mod">
        <pc:chgData name="Yasam Bhaarathi" userId="8649ae6a4793577f" providerId="LiveId" clId="{7156134A-0D9C-41EC-A872-A12EA5293CCC}" dt="2026-05-30T09:10:45.525" v="100" actId="47"/>
        <pc:sldMkLst>
          <pc:docMk/>
          <pc:sldMk cId="299354436" sldId="258"/>
        </pc:sldMkLst>
        <pc:picChg chg="add mod">
          <ac:chgData name="Yasam Bhaarathi" userId="8649ae6a4793577f" providerId="LiveId" clId="{7156134A-0D9C-41EC-A872-A12EA5293CCC}" dt="2026-05-30T08:56:54.303" v="29" actId="14100"/>
          <ac:picMkLst>
            <pc:docMk/>
            <pc:sldMk cId="299354436" sldId="258"/>
            <ac:picMk id="3" creationId="{C6151508-211B-3A9C-01BC-58548029445A}"/>
          </ac:picMkLst>
        </pc:picChg>
      </pc:sldChg>
      <pc:sldChg chg="addSp delSp modSp new mod">
        <pc:chgData name="Yasam Bhaarathi" userId="8649ae6a4793577f" providerId="LiveId" clId="{7156134A-0D9C-41EC-A872-A12EA5293CCC}" dt="2026-05-30T09:16:22.229" v="138" actId="14100"/>
        <pc:sldMkLst>
          <pc:docMk/>
          <pc:sldMk cId="1584167738" sldId="258"/>
        </pc:sldMkLst>
        <pc:spChg chg="del">
          <ac:chgData name="Yasam Bhaarathi" userId="8649ae6a4793577f" providerId="LiveId" clId="{7156134A-0D9C-41EC-A872-A12EA5293CCC}" dt="2026-05-30T09:13:44.962" v="126" actId="478"/>
          <ac:spMkLst>
            <pc:docMk/>
            <pc:sldMk cId="1584167738" sldId="258"/>
            <ac:spMk id="2" creationId="{0CA82AE5-3CDC-310B-A6FA-795CDACF35EF}"/>
          </ac:spMkLst>
        </pc:spChg>
        <pc:spChg chg="del">
          <ac:chgData name="Yasam Bhaarathi" userId="8649ae6a4793577f" providerId="LiveId" clId="{7156134A-0D9C-41EC-A872-A12EA5293CCC}" dt="2026-05-30T09:13:44.962" v="126" actId="478"/>
          <ac:spMkLst>
            <pc:docMk/>
            <pc:sldMk cId="1584167738" sldId="258"/>
            <ac:spMk id="3" creationId="{4D9A4E30-2E91-1E0E-0887-FBBE5D08A4B3}"/>
          </ac:spMkLst>
        </pc:spChg>
        <pc:picChg chg="add mod">
          <ac:chgData name="Yasam Bhaarathi" userId="8649ae6a4793577f" providerId="LiveId" clId="{7156134A-0D9C-41EC-A872-A12EA5293CCC}" dt="2026-05-30T09:16:22.229" v="138" actId="14100"/>
          <ac:picMkLst>
            <pc:docMk/>
            <pc:sldMk cId="1584167738" sldId="258"/>
            <ac:picMk id="5" creationId="{D5C91CFC-DB9A-F222-69C3-F36A1F387B39}"/>
          </ac:picMkLst>
        </pc:picChg>
      </pc:sldChg>
      <pc:sldChg chg="addSp modSp new del mod">
        <pc:chgData name="Yasam Bhaarathi" userId="8649ae6a4793577f" providerId="LiveId" clId="{7156134A-0D9C-41EC-A872-A12EA5293CCC}" dt="2026-05-30T09:10:45.787" v="101" actId="47"/>
        <pc:sldMkLst>
          <pc:docMk/>
          <pc:sldMk cId="2220282249" sldId="259"/>
        </pc:sldMkLst>
        <pc:picChg chg="add mod">
          <ac:chgData name="Yasam Bhaarathi" userId="8649ae6a4793577f" providerId="LiveId" clId="{7156134A-0D9C-41EC-A872-A12EA5293CCC}" dt="2026-05-30T08:58:16.391" v="35" actId="14100"/>
          <ac:picMkLst>
            <pc:docMk/>
            <pc:sldMk cId="2220282249" sldId="259"/>
            <ac:picMk id="3" creationId="{69D85D95-B5D8-0913-BA0C-C837C21FEEB5}"/>
          </ac:picMkLst>
        </pc:picChg>
      </pc:sldChg>
      <pc:sldChg chg="addSp modSp new mod ord">
        <pc:chgData name="Yasam Bhaarathi" userId="8649ae6a4793577f" providerId="LiveId" clId="{7156134A-0D9C-41EC-A872-A12EA5293CCC}" dt="2026-05-30T09:29:41.288" v="298" actId="14100"/>
        <pc:sldMkLst>
          <pc:docMk/>
          <pc:sldMk cId="2950161768" sldId="259"/>
        </pc:sldMkLst>
        <pc:spChg chg="add mod">
          <ac:chgData name="Yasam Bhaarathi" userId="8649ae6a4793577f" providerId="LiveId" clId="{7156134A-0D9C-41EC-A872-A12EA5293CCC}" dt="2026-05-30T09:24:09.294" v="186" actId="14100"/>
          <ac:spMkLst>
            <pc:docMk/>
            <pc:sldMk cId="2950161768" sldId="259"/>
            <ac:spMk id="4" creationId="{ED8F26CA-CAAA-B028-723D-0C69FE1E3F73}"/>
          </ac:spMkLst>
        </pc:spChg>
        <pc:spChg chg="add mod">
          <ac:chgData name="Yasam Bhaarathi" userId="8649ae6a4793577f" providerId="LiveId" clId="{7156134A-0D9C-41EC-A872-A12EA5293CCC}" dt="2026-05-30T09:25:19.080" v="236" actId="20577"/>
          <ac:spMkLst>
            <pc:docMk/>
            <pc:sldMk cId="2950161768" sldId="259"/>
            <ac:spMk id="5" creationId="{9B125543-4016-2A9F-226E-E5564EDAEF67}"/>
          </ac:spMkLst>
        </pc:spChg>
        <pc:spChg chg="add mod">
          <ac:chgData name="Yasam Bhaarathi" userId="8649ae6a4793577f" providerId="LiveId" clId="{7156134A-0D9C-41EC-A872-A12EA5293CCC}" dt="2026-05-30T09:25:45.495" v="239" actId="1076"/>
          <ac:spMkLst>
            <pc:docMk/>
            <pc:sldMk cId="2950161768" sldId="259"/>
            <ac:spMk id="6" creationId="{1DD3DA45-6369-129A-9015-B49D62A7E353}"/>
          </ac:spMkLst>
        </pc:spChg>
        <pc:spChg chg="add mod">
          <ac:chgData name="Yasam Bhaarathi" userId="8649ae6a4793577f" providerId="LiveId" clId="{7156134A-0D9C-41EC-A872-A12EA5293CCC}" dt="2026-05-30T09:27:23.796" v="249" actId="207"/>
          <ac:spMkLst>
            <pc:docMk/>
            <pc:sldMk cId="2950161768" sldId="259"/>
            <ac:spMk id="7" creationId="{CD778443-993B-59D2-5FD7-DF56B2DB845B}"/>
          </ac:spMkLst>
        </pc:spChg>
        <pc:spChg chg="add mod">
          <ac:chgData name="Yasam Bhaarathi" userId="8649ae6a4793577f" providerId="LiveId" clId="{7156134A-0D9C-41EC-A872-A12EA5293CCC}" dt="2026-05-30T09:29:17.028" v="297" actId="2711"/>
          <ac:spMkLst>
            <pc:docMk/>
            <pc:sldMk cId="2950161768" sldId="259"/>
            <ac:spMk id="8" creationId="{10106884-2476-E2C6-F378-EA3464B62DF5}"/>
          </ac:spMkLst>
        </pc:spChg>
        <pc:picChg chg="add mod">
          <ac:chgData name="Yasam Bhaarathi" userId="8649ae6a4793577f" providerId="LiveId" clId="{7156134A-0D9C-41EC-A872-A12EA5293CCC}" dt="2026-05-30T09:29:41.288" v="298" actId="14100"/>
          <ac:picMkLst>
            <pc:docMk/>
            <pc:sldMk cId="2950161768" sldId="259"/>
            <ac:picMk id="3" creationId="{2F573EDB-A000-1C6D-97D8-708D609104BC}"/>
          </ac:picMkLst>
        </pc:picChg>
      </pc:sldChg>
      <pc:sldChg chg="addSp delSp modSp new mod">
        <pc:chgData name="Yasam Bhaarathi" userId="8649ae6a4793577f" providerId="LiveId" clId="{7156134A-0D9C-41EC-A872-A12EA5293CCC}" dt="2026-05-30T09:19:35.425" v="150" actId="14100"/>
        <pc:sldMkLst>
          <pc:docMk/>
          <pc:sldMk cId="2130215224" sldId="260"/>
        </pc:sldMkLst>
        <pc:spChg chg="del">
          <ac:chgData name="Yasam Bhaarathi" userId="8649ae6a4793577f" providerId="LiveId" clId="{7156134A-0D9C-41EC-A872-A12EA5293CCC}" dt="2026-05-30T09:15:29.088" v="137" actId="478"/>
          <ac:spMkLst>
            <pc:docMk/>
            <pc:sldMk cId="2130215224" sldId="260"/>
            <ac:spMk id="2" creationId="{198AE9E3-4943-03CC-B46C-C8AB18187418}"/>
          </ac:spMkLst>
        </pc:spChg>
        <pc:spChg chg="del">
          <ac:chgData name="Yasam Bhaarathi" userId="8649ae6a4793577f" providerId="LiveId" clId="{7156134A-0D9C-41EC-A872-A12EA5293CCC}" dt="2026-05-30T09:15:29.088" v="137" actId="478"/>
          <ac:spMkLst>
            <pc:docMk/>
            <pc:sldMk cId="2130215224" sldId="260"/>
            <ac:spMk id="3" creationId="{5448DEC5-DE91-FAFB-25ED-9A2554D18997}"/>
          </ac:spMkLst>
        </pc:spChg>
        <pc:picChg chg="add mod">
          <ac:chgData name="Yasam Bhaarathi" userId="8649ae6a4793577f" providerId="LiveId" clId="{7156134A-0D9C-41EC-A872-A12EA5293CCC}" dt="2026-05-30T09:19:35.425" v="150" actId="14100"/>
          <ac:picMkLst>
            <pc:docMk/>
            <pc:sldMk cId="2130215224" sldId="260"/>
            <ac:picMk id="5" creationId="{7811C350-5854-9AA2-2EAF-36BE0D58C629}"/>
          </ac:picMkLst>
        </pc:picChg>
      </pc:sldChg>
      <pc:sldChg chg="addSp modSp new del mod">
        <pc:chgData name="Yasam Bhaarathi" userId="8649ae6a4793577f" providerId="LiveId" clId="{7156134A-0D9C-41EC-A872-A12EA5293CCC}" dt="2026-05-30T09:10:46.004" v="102" actId="47"/>
        <pc:sldMkLst>
          <pc:docMk/>
          <pc:sldMk cId="2673477689" sldId="260"/>
        </pc:sldMkLst>
        <pc:picChg chg="add mod">
          <ac:chgData name="Yasam Bhaarathi" userId="8649ae6a4793577f" providerId="LiveId" clId="{7156134A-0D9C-41EC-A872-A12EA5293CCC}" dt="2026-05-30T08:59:00.858" v="44" actId="14100"/>
          <ac:picMkLst>
            <pc:docMk/>
            <pc:sldMk cId="2673477689" sldId="260"/>
            <ac:picMk id="3" creationId="{9E00AC2D-4FDB-85B7-0E17-C6747CB13CDF}"/>
          </ac:picMkLst>
        </pc:picChg>
        <pc:picChg chg="add mod">
          <ac:chgData name="Yasam Bhaarathi" userId="8649ae6a4793577f" providerId="LiveId" clId="{7156134A-0D9C-41EC-A872-A12EA5293CCC}" dt="2026-05-30T09:09:12.728" v="98" actId="1076"/>
          <ac:picMkLst>
            <pc:docMk/>
            <pc:sldMk cId="2673477689" sldId="260"/>
            <ac:picMk id="5" creationId="{3ADF8D4B-E51D-0BD5-46BC-A2317C891E32}"/>
          </ac:picMkLst>
        </pc:picChg>
      </pc:sldChg>
      <pc:sldChg chg="addSp delSp modSp new mod">
        <pc:chgData name="Yasam Bhaarathi" userId="8649ae6a4793577f" providerId="LiveId" clId="{7156134A-0D9C-41EC-A872-A12EA5293CCC}" dt="2026-05-30T09:19:49.274" v="154" actId="14100"/>
        <pc:sldMkLst>
          <pc:docMk/>
          <pc:sldMk cId="2223789066" sldId="261"/>
        </pc:sldMkLst>
        <pc:spChg chg="del">
          <ac:chgData name="Yasam Bhaarathi" userId="8649ae6a4793577f" providerId="LiveId" clId="{7156134A-0D9C-41EC-A872-A12EA5293CCC}" dt="2026-05-30T09:16:52.588" v="141" actId="478"/>
          <ac:spMkLst>
            <pc:docMk/>
            <pc:sldMk cId="2223789066" sldId="261"/>
            <ac:spMk id="2" creationId="{8DAEB8CC-6F63-3632-8B6D-2B67666E63F2}"/>
          </ac:spMkLst>
        </pc:spChg>
        <pc:spChg chg="del">
          <ac:chgData name="Yasam Bhaarathi" userId="8649ae6a4793577f" providerId="LiveId" clId="{7156134A-0D9C-41EC-A872-A12EA5293CCC}" dt="2026-05-30T09:16:52.588" v="141" actId="478"/>
          <ac:spMkLst>
            <pc:docMk/>
            <pc:sldMk cId="2223789066" sldId="261"/>
            <ac:spMk id="3" creationId="{2B4B6147-5C7E-DB6E-313A-30E46064C18D}"/>
          </ac:spMkLst>
        </pc:spChg>
        <pc:picChg chg="add mod">
          <ac:chgData name="Yasam Bhaarathi" userId="8649ae6a4793577f" providerId="LiveId" clId="{7156134A-0D9C-41EC-A872-A12EA5293CCC}" dt="2026-05-30T09:19:49.274" v="154" actId="14100"/>
          <ac:picMkLst>
            <pc:docMk/>
            <pc:sldMk cId="2223789066" sldId="261"/>
            <ac:picMk id="5" creationId="{EC0335FD-B5B4-FD45-A974-DC7EF70D9012}"/>
          </ac:picMkLst>
        </pc:picChg>
      </pc:sldChg>
      <pc:sldChg chg="addSp modSp new del mod">
        <pc:chgData name="Yasam Bhaarathi" userId="8649ae6a4793577f" providerId="LiveId" clId="{7156134A-0D9C-41EC-A872-A12EA5293CCC}" dt="2026-05-30T09:10:46.195" v="103" actId="47"/>
        <pc:sldMkLst>
          <pc:docMk/>
          <pc:sldMk cId="3797487675" sldId="261"/>
        </pc:sldMkLst>
        <pc:picChg chg="add mod">
          <ac:chgData name="Yasam Bhaarathi" userId="8649ae6a4793577f" providerId="LiveId" clId="{7156134A-0D9C-41EC-A872-A12EA5293CCC}" dt="2026-05-30T08:59:54.394" v="51" actId="14100"/>
          <ac:picMkLst>
            <pc:docMk/>
            <pc:sldMk cId="3797487675" sldId="261"/>
            <ac:picMk id="3" creationId="{D0C3B55C-1C57-2400-DEA2-4B7E5E71E46F}"/>
          </ac:picMkLst>
        </pc:picChg>
      </pc:sldChg>
      <pc:sldChg chg="addSp modSp new mod">
        <pc:chgData name="Yasam Bhaarathi" userId="8649ae6a4793577f" providerId="LiveId" clId="{7156134A-0D9C-41EC-A872-A12EA5293CCC}" dt="2026-05-30T09:20:03.798" v="158" actId="14100"/>
        <pc:sldMkLst>
          <pc:docMk/>
          <pc:sldMk cId="1024338399" sldId="262"/>
        </pc:sldMkLst>
        <pc:picChg chg="add mod">
          <ac:chgData name="Yasam Bhaarathi" userId="8649ae6a4793577f" providerId="LiveId" clId="{7156134A-0D9C-41EC-A872-A12EA5293CCC}" dt="2026-05-30T09:20:03.798" v="158" actId="14100"/>
          <ac:picMkLst>
            <pc:docMk/>
            <pc:sldMk cId="1024338399" sldId="262"/>
            <ac:picMk id="3" creationId="{65CD38F2-E9D0-2C3D-0AD1-1A94FB8F3F51}"/>
          </ac:picMkLst>
        </pc:picChg>
      </pc:sldChg>
      <pc:sldChg chg="addSp modSp new del mod">
        <pc:chgData name="Yasam Bhaarathi" userId="8649ae6a4793577f" providerId="LiveId" clId="{7156134A-0D9C-41EC-A872-A12EA5293CCC}" dt="2026-05-30T09:10:46.392" v="104" actId="47"/>
        <pc:sldMkLst>
          <pc:docMk/>
          <pc:sldMk cId="2090623809" sldId="262"/>
        </pc:sldMkLst>
        <pc:picChg chg="add mod">
          <ac:chgData name="Yasam Bhaarathi" userId="8649ae6a4793577f" providerId="LiveId" clId="{7156134A-0D9C-41EC-A872-A12EA5293CCC}" dt="2026-05-30T09:00:30.108" v="58" actId="14100"/>
          <ac:picMkLst>
            <pc:docMk/>
            <pc:sldMk cId="2090623809" sldId="262"/>
            <ac:picMk id="3" creationId="{9B3A90A2-357D-EA64-B8BD-45D132679682}"/>
          </ac:picMkLst>
        </pc:picChg>
      </pc:sldChg>
      <pc:sldChg chg="addSp modSp new mod">
        <pc:chgData name="Yasam Bhaarathi" userId="8649ae6a4793577f" providerId="LiveId" clId="{7156134A-0D9C-41EC-A872-A12EA5293CCC}" dt="2026-05-30T09:20:23.810" v="162" actId="14100"/>
        <pc:sldMkLst>
          <pc:docMk/>
          <pc:sldMk cId="990375322" sldId="263"/>
        </pc:sldMkLst>
        <pc:picChg chg="add mod">
          <ac:chgData name="Yasam Bhaarathi" userId="8649ae6a4793577f" providerId="LiveId" clId="{7156134A-0D9C-41EC-A872-A12EA5293CCC}" dt="2026-05-30T09:20:23.810" v="162" actId="14100"/>
          <ac:picMkLst>
            <pc:docMk/>
            <pc:sldMk cId="990375322" sldId="263"/>
            <ac:picMk id="3" creationId="{8617CEA5-DA3D-48D3-DF95-2B72DB41B826}"/>
          </ac:picMkLst>
        </pc:picChg>
      </pc:sldChg>
      <pc:sldChg chg="addSp modSp new del mod">
        <pc:chgData name="Yasam Bhaarathi" userId="8649ae6a4793577f" providerId="LiveId" clId="{7156134A-0D9C-41EC-A872-A12EA5293CCC}" dt="2026-05-30T09:10:46.593" v="105" actId="47"/>
        <pc:sldMkLst>
          <pc:docMk/>
          <pc:sldMk cId="2909894766" sldId="263"/>
        </pc:sldMkLst>
        <pc:picChg chg="add mod">
          <ac:chgData name="Yasam Bhaarathi" userId="8649ae6a4793577f" providerId="LiveId" clId="{7156134A-0D9C-41EC-A872-A12EA5293CCC}" dt="2026-05-30T09:01:17.818" v="64" actId="14100"/>
          <ac:picMkLst>
            <pc:docMk/>
            <pc:sldMk cId="2909894766" sldId="263"/>
            <ac:picMk id="3" creationId="{5B771B8C-3AA3-2140-31B0-FC3E40C34F50}"/>
          </ac:picMkLst>
        </pc:picChg>
      </pc:sldChg>
      <pc:sldChg chg="addSp modSp new del mod">
        <pc:chgData name="Yasam Bhaarathi" userId="8649ae6a4793577f" providerId="LiveId" clId="{7156134A-0D9C-41EC-A872-A12EA5293CCC}" dt="2026-05-30T09:10:46.784" v="106" actId="47"/>
        <pc:sldMkLst>
          <pc:docMk/>
          <pc:sldMk cId="474357761" sldId="264"/>
        </pc:sldMkLst>
        <pc:picChg chg="add mod">
          <ac:chgData name="Yasam Bhaarathi" userId="8649ae6a4793577f" providerId="LiveId" clId="{7156134A-0D9C-41EC-A872-A12EA5293CCC}" dt="2026-05-30T09:01:54.041" v="71" actId="14100"/>
          <ac:picMkLst>
            <pc:docMk/>
            <pc:sldMk cId="474357761" sldId="264"/>
            <ac:picMk id="3" creationId="{980AF305-E48E-59F3-4DCE-703F70690472}"/>
          </ac:picMkLst>
        </pc:picChg>
      </pc:sldChg>
      <pc:sldChg chg="addSp modSp new mod">
        <pc:chgData name="Yasam Bhaarathi" userId="8649ae6a4793577f" providerId="LiveId" clId="{7156134A-0D9C-41EC-A872-A12EA5293CCC}" dt="2026-05-30T09:22:39.632" v="168" actId="14100"/>
        <pc:sldMkLst>
          <pc:docMk/>
          <pc:sldMk cId="2217869635" sldId="264"/>
        </pc:sldMkLst>
        <pc:picChg chg="add mod">
          <ac:chgData name="Yasam Bhaarathi" userId="8649ae6a4793577f" providerId="LiveId" clId="{7156134A-0D9C-41EC-A872-A12EA5293CCC}" dt="2026-05-30T09:22:39.632" v="168" actId="14100"/>
          <ac:picMkLst>
            <pc:docMk/>
            <pc:sldMk cId="2217869635" sldId="264"/>
            <ac:picMk id="3" creationId="{E94173EE-560C-0130-ED2B-BEE6ACB5CEA4}"/>
          </ac:picMkLst>
        </pc:picChg>
      </pc:sldChg>
      <pc:sldChg chg="addSp modSp new del mod">
        <pc:chgData name="Yasam Bhaarathi" userId="8649ae6a4793577f" providerId="LiveId" clId="{7156134A-0D9C-41EC-A872-A12EA5293CCC}" dt="2026-05-30T09:10:46.984" v="107" actId="47"/>
        <pc:sldMkLst>
          <pc:docMk/>
          <pc:sldMk cId="2525497361" sldId="265"/>
        </pc:sldMkLst>
        <pc:picChg chg="add mod">
          <ac:chgData name="Yasam Bhaarathi" userId="8649ae6a4793577f" providerId="LiveId" clId="{7156134A-0D9C-41EC-A872-A12EA5293CCC}" dt="2026-05-30T09:02:33.857" v="78" actId="14100"/>
          <ac:picMkLst>
            <pc:docMk/>
            <pc:sldMk cId="2525497361" sldId="265"/>
            <ac:picMk id="3" creationId="{225C3B28-B6D9-542B-A630-7FE69436ACFF}"/>
          </ac:picMkLst>
        </pc:picChg>
      </pc:sldChg>
      <pc:sldChg chg="addSp modSp new del mod">
        <pc:chgData name="Yasam Bhaarathi" userId="8649ae6a4793577f" providerId="LiveId" clId="{7156134A-0D9C-41EC-A872-A12EA5293CCC}" dt="2026-05-30T09:10:47.218" v="108" actId="47"/>
        <pc:sldMkLst>
          <pc:docMk/>
          <pc:sldMk cId="2849395298" sldId="266"/>
        </pc:sldMkLst>
        <pc:picChg chg="add mod">
          <ac:chgData name="Yasam Bhaarathi" userId="8649ae6a4793577f" providerId="LiveId" clId="{7156134A-0D9C-41EC-A872-A12EA5293CCC}" dt="2026-05-30T09:06:51.221" v="86" actId="14100"/>
          <ac:picMkLst>
            <pc:docMk/>
            <pc:sldMk cId="2849395298" sldId="266"/>
            <ac:picMk id="3" creationId="{847749A9-D304-6BF5-1163-B02CAE0EC9E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DA19-B67C-1181-67A4-7F0A0A661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68232-9D6D-739B-7C6E-1323C2D55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302A-3A95-39BB-5E1C-57050FD8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47B2B-FD91-E893-84DB-C1CD67A4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EEA17-ED49-D6CD-A545-B1F8649D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52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F9C0-DAAB-C0A8-0A95-469A7068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6441F-5335-AA81-4F06-F2DEB70F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43EC-87F8-5BBE-5DE6-48B44EB6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51823-9ECC-97C5-D521-046700E3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9598-54FE-0340-3094-B14C0DCE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75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AAB1-ADEE-E8D3-42E0-7332CB50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020BA-FFDD-CEFB-127A-D9D6CC1FC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5C0A0-1A3E-5F3A-C679-182BB474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35B3D-DD89-BAAD-E021-233446B6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32576-EF4D-52C7-AE49-C4D89CB7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7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DF41-C036-3DCE-A04F-42315BA2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240F8-AE1D-5CF1-373E-396B53557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0A834-B35E-9FA8-C490-0AFDAC7DF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0B100-DBA1-DE51-5FCB-E13A3756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EBF90-38F4-F57F-A1D8-76E1F8D1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FF8BF-09E1-4746-2695-BB6553C3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74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9A47-9D8C-1531-C124-133BE441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9D86E-39AC-6030-D136-CAE16A6C9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56C49-3B6B-33BB-483B-023DA9C8B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52971-227C-5CED-C2CF-72F8AF83B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2FB78B-5383-62D7-0190-BC07EB75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45FB1-668F-2C18-6C6B-E8CBF30E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A23B6-ED97-02C8-7D74-FB96BEC3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8C3008-065F-C3B0-5EEB-759D0B48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3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323C-64FC-57C8-62DF-0DC7AD35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E38B7-4481-A10D-EC18-07F722E3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41E9E-C5A7-785A-79F3-F3F1C278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B718E-CE43-85B2-E28B-7283AC60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73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CF863B-FDFC-57ED-27D5-EF774082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2B9D1-2CD4-AA63-4976-60FE8EDF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1C4D7-94FA-2421-70D3-30DA9DE1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0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A83D-E561-EE0D-93E7-275ECD8E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F26B0-B293-BB4A-C05D-7E703C5E1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27B81-23D1-6220-758F-BACD1C72C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65F9E-B282-2BFC-F821-AC091726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6375F-A1F0-F51E-04D3-4283AFCA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74AE4-8556-91AA-3BD3-C5D7B78F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70EE-DE52-C126-7213-C84B3092B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47662-18C1-05A2-B2CC-CCBC1B747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56F2C-FC62-BE17-0B6D-5746AC5E8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7ED3E-4A23-21F1-9E7E-C11434F1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045AA-4B1F-A2F3-EAF1-97C09D25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5E4CE-E791-F205-02BC-65D5D4B4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F718-D9D2-1B6E-F411-B1C58B25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CBC7E-BB37-B333-4C3F-03EDC387D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F26E7-BBA8-93AF-9728-61D29707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5B3C4-1EEF-D325-506A-99BB30DA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8DDD6-F98A-6B5E-F8AB-BC621E40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80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807D9-5DB3-8068-7568-611C1DFF2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CB5AF-0EFA-C649-EBB3-7E1FACB6E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82C3D-D99D-E697-8602-281978CD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DB362-7A69-6F59-7760-05994F0E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6F14A-F290-8523-9C2E-E6B2F05F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92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20097-D53A-61A5-0096-204EB76B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D5C51-6D66-B1E0-7A64-86CF59D75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8C029-F10F-7CF6-B6F7-F62452F0C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59B1A-8312-4E9B-B811-E8E07288EF4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652DA-6A3D-8180-6A7C-6EA9C336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42F36-D5E5-6C0E-408F-97BAEA763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D0E58-09BF-43A3-B56E-CCC60D43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00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573EDB-A000-1C6D-97D8-708D60910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9847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8F26CA-CAAA-B028-723D-0C69FE1E3F73}"/>
              </a:ext>
            </a:extLst>
          </p:cNvPr>
          <p:cNvSpPr txBox="1"/>
          <p:nvPr/>
        </p:nvSpPr>
        <p:spPr>
          <a:xfrm>
            <a:off x="108154" y="167149"/>
            <a:ext cx="8563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DATA STRUCTURES AND ALGORITHMS - 2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25543-4016-2A9F-226E-E5564EDAEF67}"/>
              </a:ext>
            </a:extLst>
          </p:cNvPr>
          <p:cNvSpPr txBox="1"/>
          <p:nvPr/>
        </p:nvSpPr>
        <p:spPr>
          <a:xfrm>
            <a:off x="0" y="788057"/>
            <a:ext cx="751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ahnschrift SemiLight" panose="020B0502040204020203" pitchFamily="34" charset="0"/>
              </a:rPr>
              <a:t>Project Title:  </a:t>
            </a:r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Power Grid AI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3DA45-6369-129A-9015-B49D62A7E353}"/>
              </a:ext>
            </a:extLst>
          </p:cNvPr>
          <p:cNvSpPr txBox="1"/>
          <p:nvPr/>
        </p:nvSpPr>
        <p:spPr>
          <a:xfrm>
            <a:off x="108154" y="1532076"/>
            <a:ext cx="3205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Section: 12</a:t>
            </a:r>
          </a:p>
          <a:p>
            <a:r>
              <a:rPr 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Batch: 15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78443-993B-59D2-5FD7-DF56B2DB845B}"/>
              </a:ext>
            </a:extLst>
          </p:cNvPr>
          <p:cNvSpPr txBox="1"/>
          <p:nvPr/>
        </p:nvSpPr>
        <p:spPr>
          <a:xfrm>
            <a:off x="8878531" y="1921408"/>
            <a:ext cx="61844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6FE7D0"/>
                </a:solidFill>
                <a:latin typeface="Arial Rounded MT Bold" panose="020F0704030504030204" pitchFamily="34" charset="0"/>
              </a:rPr>
              <a:t>2520030211     Bhaarathi</a:t>
            </a:r>
          </a:p>
          <a:p>
            <a:r>
              <a:rPr lang="en-IN" sz="2000" dirty="0">
                <a:solidFill>
                  <a:srgbClr val="6FE7D0"/>
                </a:solidFill>
                <a:latin typeface="Arial Rounded MT Bold" panose="020F0704030504030204" pitchFamily="34" charset="0"/>
              </a:rPr>
              <a:t>2520090232     Sahithya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06884-2476-E2C6-F378-EA3464B62DF5}"/>
              </a:ext>
            </a:extLst>
          </p:cNvPr>
          <p:cNvSpPr txBox="1"/>
          <p:nvPr/>
        </p:nvSpPr>
        <p:spPr>
          <a:xfrm>
            <a:off x="2905433" y="4967852"/>
            <a:ext cx="61844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6FE7D0"/>
                </a:solidFill>
                <a:latin typeface="Bahnschrift" panose="020B0502040204020203" pitchFamily="34" charset="0"/>
              </a:rPr>
              <a:t>Under the guidance of</a:t>
            </a:r>
          </a:p>
          <a:p>
            <a:pPr algn="ctr"/>
            <a:r>
              <a:rPr lang="en-IN" sz="2400" dirty="0">
                <a:solidFill>
                  <a:srgbClr val="6FE7D0"/>
                </a:solidFill>
                <a:latin typeface="Bahnschrift" panose="020B0502040204020203" pitchFamily="34" charset="0"/>
              </a:rPr>
              <a:t> </a:t>
            </a:r>
          </a:p>
          <a:p>
            <a:pPr algn="ctr"/>
            <a:r>
              <a:rPr lang="en-IN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Dr . Chaitanya Kumar</a:t>
            </a:r>
          </a:p>
          <a:p>
            <a:pPr algn="ctr"/>
            <a:endParaRPr lang="en-IN" sz="2400" dirty="0">
              <a:solidFill>
                <a:srgbClr val="6FE7D0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IN" sz="2400" dirty="0">
                <a:solidFill>
                  <a:srgbClr val="6FE7D0"/>
                </a:solidFill>
              </a:rPr>
              <a:t>Term -3 semester 2025-2026 </a:t>
            </a:r>
          </a:p>
        </p:txBody>
      </p:sp>
    </p:spTree>
    <p:extLst>
      <p:ext uri="{BB962C8B-B14F-4D97-AF65-F5344CB8AC3E}">
        <p14:creationId xmlns:p14="http://schemas.microsoft.com/office/powerpoint/2010/main" val="295016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384AB3-1CFA-12E9-9296-154BB1DF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0271"/>
            <a:ext cx="12192000" cy="742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3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349208-5873-F55A-112C-9FC1646B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8826"/>
            <a:ext cx="12486967" cy="69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5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C91CFC-DB9A-F222-69C3-F36A1F387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99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67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11C350-5854-9AA2-2EAF-36BE0D58C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15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0335FD-B5B4-FD45-A974-DC7EF70D9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8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D38F2-E9D0-2C3D-0AD1-1A94FB8F3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3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7CEA5-DA3D-48D3-DF95-2B72DB41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57316"/>
            <a:ext cx="12477134" cy="70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7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173EE-560C-0130-ED2B-BEE6ACB5C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6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36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Arial Narrow</vt:lpstr>
      <vt:lpstr>Arial Rounded MT Bold</vt:lpstr>
      <vt:lpstr>Bahnschrift</vt:lpstr>
      <vt:lpstr>Bahnschrift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Yasam Bhaarathi</dc:creator>
  <cp:lastModifiedBy>Yasam Bhaarathi</cp:lastModifiedBy>
  <cp:revision>1</cp:revision>
  <dcterms:created xsi:type="dcterms:W3CDTF">2026-05-30T08:41:10Z</dcterms:created>
  <dcterms:modified xsi:type="dcterms:W3CDTF">2026-05-30T09:29:59Z</dcterms:modified>
</cp:coreProperties>
</file>